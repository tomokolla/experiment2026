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4" r:id="rId2"/>
    <p:sldId id="297" r:id="rId3"/>
    <p:sldId id="298" r:id="rId4"/>
    <p:sldId id="299" r:id="rId5"/>
    <p:sldId id="300" r:id="rId6"/>
    <p:sldId id="301" r:id="rId7"/>
    <p:sldId id="302" r:id="rId8"/>
    <p:sldId id="303" r:id="rId9"/>
    <p:sldId id="304" r:id="rId10"/>
    <p:sldId id="305" r:id="rId11"/>
    <p:sldId id="306" r:id="rId12"/>
    <p:sldId id="307" r:id="rId13"/>
    <p:sldId id="308" r:id="rId14"/>
    <p:sldId id="309" r:id="rId15"/>
    <p:sldId id="310" r:id="rId1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35" autoAdjust="0"/>
    <p:restoredTop sz="94660"/>
  </p:normalViewPr>
  <p:slideViewPr>
    <p:cSldViewPr snapToGrid="0">
      <p:cViewPr varScale="1">
        <p:scale>
          <a:sx n="49" d="100"/>
          <a:sy n="49" d="100"/>
        </p:scale>
        <p:origin x="163" y="3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CA668C4-6F6C-81E4-75B5-0F7042EA17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EFD1880-FA47-5959-00BB-0726A4B6B3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A243EDA-4AD9-C1EA-4AA8-418C26EC4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D7F08-AB60-42D9-897C-A56EB2894C5A}" type="datetimeFigureOut">
              <a:rPr kumimoji="1" lang="ja-JP" altLang="en-US" smtClean="0"/>
              <a:t>2026/2/14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2E5ABFA-EA14-2A60-A171-2EBBC285C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5CD22BF-43F3-6BE1-FBEC-F8E19E916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72E43-2F73-4BC2-9E3B-C990759407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78302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AC70143-8730-14CA-44E0-6B7FE6627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FEA9F7B-B9B3-3D3B-5CF2-3D794C8217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1387F82-7B3D-3E3B-751F-5A860997F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D7F08-AB60-42D9-897C-A56EB2894C5A}" type="datetimeFigureOut">
              <a:rPr kumimoji="1" lang="ja-JP" altLang="en-US" smtClean="0"/>
              <a:t>2026/2/14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4CD9E0E-3011-CF4E-A383-D838B594F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3F92687-49C7-162E-E22E-9C4F7C0DB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72E43-2F73-4BC2-9E3B-C990759407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1777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A7A3BC9-6F24-18C7-BA0C-D5DDD9F53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A2F5D92-2F9E-2CE1-C6F9-5ACF2DC79E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EB77DF-1ACB-F3D7-99FF-21CBABA31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D7F08-AB60-42D9-897C-A56EB2894C5A}" type="datetimeFigureOut">
              <a:rPr kumimoji="1" lang="ja-JP" altLang="en-US" smtClean="0"/>
              <a:t>2026/2/14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29EDE78-D069-E36D-B599-108FF9680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D067970-5B9A-7678-5894-D7F126B6D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72E43-2F73-4BC2-9E3B-C990759407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226410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E530369-B3CB-637E-4E4D-2DF413AD8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99FB3CF-DC83-809E-1F5D-F3A2450CA5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E4E8B21-623E-596D-306A-9D3ED715D3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3406A59-A194-205A-8EDF-5B7F69E43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D7F08-AB60-42D9-897C-A56EB2894C5A}" type="datetimeFigureOut">
              <a:rPr kumimoji="1" lang="ja-JP" altLang="en-US" smtClean="0"/>
              <a:t>2026/2/14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D4FE1E3-F25E-7702-65A2-CD73DEC6D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3823D4D-A753-940A-6035-6784BFBD6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72E43-2F73-4BC2-9E3B-C990759407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72205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FE43842-F229-C581-4DF5-A76F982A3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9143978-8B05-05B8-2AB8-C62475379A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043A300-83F0-AF9B-3AF6-A362DC35EB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A088DC54-6639-14E8-9A9E-7DEFB1DD6D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2D3D1B1-0EC2-C953-8DEE-4FFD2C98E1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FA686D6-DE8C-A0CD-FBB8-151E4D8B1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D7F08-AB60-42D9-897C-A56EB2894C5A}" type="datetimeFigureOut">
              <a:rPr kumimoji="1" lang="ja-JP" altLang="en-US" smtClean="0"/>
              <a:t>2026/2/14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EA237296-127E-F911-B735-C9B6C4CA8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2A55B1D-E05C-ED48-A804-B0DF4B346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72E43-2F73-4BC2-9E3B-C990759407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4818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EA66B99-1AB8-0B22-CFD0-098C3CF58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6D86DA2-1C03-0CCE-E654-DB5114DC0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D7F08-AB60-42D9-897C-A56EB2894C5A}" type="datetimeFigureOut">
              <a:rPr kumimoji="1" lang="ja-JP" altLang="en-US" smtClean="0"/>
              <a:t>2026/2/14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088120E6-3DFC-984E-1862-8A975828B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71794AD-CD02-F92E-81BA-44108E3BC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72E43-2F73-4BC2-9E3B-C990759407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71121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B5DAFD72-EBBD-9247-74E0-DA07C79BA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D7F08-AB60-42D9-897C-A56EB2894C5A}" type="datetimeFigureOut">
              <a:rPr kumimoji="1" lang="ja-JP" altLang="en-US" smtClean="0"/>
              <a:t>2026/2/14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FFBDEA83-B551-ABA6-0561-8A68CA044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9794774-0400-2E80-D187-E337D9B69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72E43-2F73-4BC2-9E3B-C990759407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53102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ADB5EB8-BCD6-01C8-E1B2-8CF6E80E2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6569A96-B4C4-CC82-4B81-B94C0C033C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16784D5-4732-3073-0B00-9685690452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1601FE2-1A50-9B92-26EE-1DD120100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D7F08-AB60-42D9-897C-A56EB2894C5A}" type="datetimeFigureOut">
              <a:rPr kumimoji="1" lang="ja-JP" altLang="en-US" smtClean="0"/>
              <a:t>2026/2/14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99E6A45-D760-2AFF-493C-3672EECD7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0799BF0-140B-B056-692F-082801F68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72E43-2F73-4BC2-9E3B-C990759407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699230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EF69203-BA85-E76E-3C01-7EDEF9890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5D4DE452-76DA-FAED-8C57-D75655D3C1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CDDDBA6-AC67-A2B1-6761-165E04082E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9F3248D-B7AA-60E0-88B6-E456BC3FD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D7F08-AB60-42D9-897C-A56EB2894C5A}" type="datetimeFigureOut">
              <a:rPr kumimoji="1" lang="ja-JP" altLang="en-US" smtClean="0"/>
              <a:t>2026/2/14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AEC49CC-B62A-EB49-817B-CD7A83BC4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B562B4E-0845-7389-E9E4-4C26A9AA5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72E43-2F73-4BC2-9E3B-C990759407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8145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2C1FBE8-31D7-405D-4242-D0A6203C6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6529AA6-2F3E-D6C2-DA5B-BEE8748B93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5200146-CFF9-6453-E56A-C60DB0BD3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D7F08-AB60-42D9-897C-A56EB2894C5A}" type="datetimeFigureOut">
              <a:rPr kumimoji="1" lang="ja-JP" altLang="en-US" smtClean="0"/>
              <a:t>2026/2/14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CB9C428-9DA3-E90E-26B4-6F2BA2FAA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A72A420-A512-8D56-8491-6D6469730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72E43-2F73-4BC2-9E3B-C990759407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34085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E3820AEF-1DCA-792C-F3E5-11B2E01C38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6B8AEAC-0A9C-FA45-1A46-90E100BABC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87E59D6-ADB9-4E33-28CD-4861973D0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D7F08-AB60-42D9-897C-A56EB2894C5A}" type="datetimeFigureOut">
              <a:rPr kumimoji="1" lang="ja-JP" altLang="en-US" smtClean="0"/>
              <a:t>2026/2/14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ABEC080-5963-DDC4-E01B-696B3F37F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9A740B1-8C4C-EDDC-A286-D091F1911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72E43-2F73-4BC2-9E3B-C990759407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76823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5DA6F7B3-12AE-BEBB-EF6D-7580888F4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6A83564-27CA-3714-54F1-8520D828F7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39E3574-D33C-C127-082C-6BA980EE15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9D7F08-AB60-42D9-897C-A56EB2894C5A}" type="datetimeFigureOut">
              <a:rPr kumimoji="1" lang="ja-JP" altLang="en-US" smtClean="0"/>
              <a:t>2026/2/14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4935F8B-7E21-33A3-25F3-AA122D2F0D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8B9BAC5-A2EE-4162-6A0C-F5202B07EB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F72E43-2F73-4BC2-9E3B-C990759407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092479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167159-8ECA-1C4E-1EF0-95E3E8C29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11CF68E0-5EDC-771C-BFFF-B5AD98A1D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850" y="500063"/>
            <a:ext cx="10515600" cy="1100138"/>
          </a:xfrm>
        </p:spPr>
        <p:txBody>
          <a:bodyPr/>
          <a:lstStyle/>
          <a:p>
            <a:pPr algn="ctr"/>
            <a:br>
              <a:rPr lang="ja-JP" altLang="en-US" dirty="0"/>
            </a:br>
            <a:endParaRPr lang="ja-JP" altLang="en-US" dirty="0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3AE9565-79CA-51C7-C4B7-AB10B77351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512064" y="-500064"/>
            <a:ext cx="12801600" cy="7486079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endParaRPr lang="en-US" altLang="ja-JP" dirty="0"/>
          </a:p>
          <a:p>
            <a:endParaRPr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　</a:t>
            </a:r>
            <a:r>
              <a:rPr lang="ja-JP" altLang="en-US" sz="3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</a:t>
            </a:r>
            <a:endParaRPr lang="en-US" altLang="ja-JP" sz="3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3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3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3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3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3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r>
              <a:rPr lang="ja-JP" altLang="en-US" sz="3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　　</a:t>
            </a:r>
            <a:endParaRPr lang="en-US" altLang="ja-JP" sz="3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r>
              <a:rPr lang="ja-JP" altLang="en-US" sz="3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　　　　　　　　　</a:t>
            </a:r>
            <a:endParaRPr lang="en-US" altLang="ja-JP" sz="3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r>
              <a:rPr lang="ja-JP" altLang="en-US" sz="3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　　　　　　　　　　　　　　</a:t>
            </a:r>
            <a:endParaRPr lang="en-US" altLang="ja-JP" sz="3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r>
              <a:rPr lang="en-US" altLang="ja-JP" sz="3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              </a:t>
            </a:r>
            <a:endParaRPr lang="ja-JP" altLang="en-US" sz="3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5051496E-2EBB-FF04-3825-053280CB4E28}"/>
              </a:ext>
            </a:extLst>
          </p:cNvPr>
          <p:cNvSpPr/>
          <p:nvPr/>
        </p:nvSpPr>
        <p:spPr>
          <a:xfrm>
            <a:off x="456161" y="500063"/>
            <a:ext cx="10924032" cy="1584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8800">
                <a:latin typeface="+mn-ea"/>
              </a:rPr>
              <a:t>　　　  </a:t>
            </a:r>
            <a:r>
              <a:rPr kumimoji="1" lang="en-US" altLang="ja-JP" sz="8800">
                <a:latin typeface="+mn-ea"/>
              </a:rPr>
              <a:t>frib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44A9076B-94C3-CD87-AA66-44A6DED4E288}"/>
              </a:ext>
            </a:extLst>
          </p:cNvPr>
          <p:cNvSpPr/>
          <p:nvPr/>
        </p:nvSpPr>
        <p:spPr>
          <a:xfrm>
            <a:off x="262751" y="1856794"/>
            <a:ext cx="10924032" cy="10001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4800">
                <a:latin typeface="+mn-ea"/>
              </a:rPr>
              <a:t>～を盗む</a:t>
            </a:r>
            <a:r>
              <a:rPr kumimoji="1" lang="en-US" altLang="ja-JP" sz="4800">
                <a:latin typeface="+mn-ea"/>
              </a:rPr>
              <a:t>(</a:t>
            </a:r>
            <a:r>
              <a:rPr kumimoji="1" lang="ja-JP" altLang="en-US" sz="4800">
                <a:latin typeface="+mn-ea"/>
              </a:rPr>
              <a:t>動詞）</a:t>
            </a:r>
            <a:endParaRPr kumimoji="1" lang="en-US" altLang="ja-JP" sz="4800">
              <a:latin typeface="+mn-ea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63F80BA5-5BC2-9845-CA23-7CBB0D44F20D}"/>
              </a:ext>
            </a:extLst>
          </p:cNvPr>
          <p:cNvSpPr/>
          <p:nvPr/>
        </p:nvSpPr>
        <p:spPr>
          <a:xfrm>
            <a:off x="456161" y="3085149"/>
            <a:ext cx="10924032" cy="8894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4800">
                <a:latin typeface="+mn-ea"/>
              </a:rPr>
              <a:t>He may frib cookies from the box.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5A8E5C18-5B30-48B1-639A-2EC9820FD121}"/>
              </a:ext>
            </a:extLst>
          </p:cNvPr>
          <p:cNvSpPr/>
          <p:nvPr/>
        </p:nvSpPr>
        <p:spPr>
          <a:xfrm>
            <a:off x="-332508" y="3974592"/>
            <a:ext cx="12524508" cy="8894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4400">
                <a:latin typeface="+mn-ea"/>
              </a:rPr>
              <a:t>　彼は箱からクッキーを盗むかもしれない</a:t>
            </a:r>
            <a:endParaRPr kumimoji="1" lang="en-US" altLang="ja-JP" sz="440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8664207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78972-77DB-0FC5-4363-C41D4D7F5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F2CA9197-525B-6E23-20B2-ADFFF32B7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850" y="500063"/>
            <a:ext cx="10515600" cy="1100138"/>
          </a:xfrm>
        </p:spPr>
        <p:txBody>
          <a:bodyPr/>
          <a:lstStyle/>
          <a:p>
            <a:pPr algn="ctr"/>
            <a:br>
              <a:rPr lang="ja-JP" altLang="en-US" dirty="0"/>
            </a:br>
            <a:endParaRPr lang="ja-JP" altLang="en-US" dirty="0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BB2D4B1-8306-906A-B9BC-3E32338544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512064" y="-500064"/>
            <a:ext cx="12801600" cy="7486079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endParaRPr lang="en-US" altLang="ja-JP" dirty="0"/>
          </a:p>
          <a:p>
            <a:endParaRPr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　</a:t>
            </a:r>
            <a:r>
              <a:rPr lang="ja-JP" altLang="en-US" sz="3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</a:t>
            </a:r>
            <a:endParaRPr lang="en-US" altLang="ja-JP" sz="3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3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3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3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3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3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r>
              <a:rPr lang="ja-JP" altLang="en-US" sz="3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　　</a:t>
            </a:r>
            <a:endParaRPr lang="en-US" altLang="ja-JP" sz="3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r>
              <a:rPr lang="ja-JP" altLang="en-US" sz="3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　　　　　　　　　</a:t>
            </a:r>
            <a:endParaRPr lang="en-US" altLang="ja-JP" sz="3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r>
              <a:rPr lang="ja-JP" altLang="en-US" sz="3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　　　　　　　　　　　　　　</a:t>
            </a:r>
            <a:endParaRPr lang="en-US" altLang="ja-JP" sz="3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r>
              <a:rPr lang="en-US" altLang="ja-JP" sz="3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              </a:t>
            </a:r>
            <a:endParaRPr lang="ja-JP" altLang="en-US" sz="3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7F939606-A2A6-E2AD-CAC6-E14E6C9AA3C9}"/>
              </a:ext>
            </a:extLst>
          </p:cNvPr>
          <p:cNvSpPr/>
          <p:nvPr/>
        </p:nvSpPr>
        <p:spPr>
          <a:xfrm>
            <a:off x="456161" y="500063"/>
            <a:ext cx="10924032" cy="1584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8800">
                <a:latin typeface="+mn-ea"/>
              </a:rPr>
              <a:t>　　　</a:t>
            </a:r>
            <a:r>
              <a:rPr lang="en-US" altLang="ja-JP" sz="8800">
                <a:latin typeface="+mn-ea"/>
              </a:rPr>
              <a:t>glorp</a:t>
            </a:r>
            <a:endParaRPr kumimoji="1" lang="en-US" altLang="ja-JP" sz="8800">
              <a:latin typeface="+mn-ea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7EA05174-3B32-C014-2481-5E6711C5B427}"/>
              </a:ext>
            </a:extLst>
          </p:cNvPr>
          <p:cNvSpPr/>
          <p:nvPr/>
        </p:nvSpPr>
        <p:spPr>
          <a:xfrm>
            <a:off x="262751" y="1856794"/>
            <a:ext cx="10924032" cy="10001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4800">
                <a:latin typeface="+mn-ea"/>
              </a:rPr>
              <a:t>~</a:t>
            </a:r>
            <a:r>
              <a:rPr kumimoji="1" lang="ja-JP" altLang="en-US" sz="4800">
                <a:latin typeface="+mn-ea"/>
              </a:rPr>
              <a:t>を転がす</a:t>
            </a:r>
            <a:r>
              <a:rPr kumimoji="1" lang="en-US" altLang="ja-JP" sz="4800">
                <a:latin typeface="+mn-ea"/>
              </a:rPr>
              <a:t>(</a:t>
            </a:r>
            <a:r>
              <a:rPr kumimoji="1" lang="ja-JP" altLang="en-US" sz="4800">
                <a:latin typeface="+mn-ea"/>
              </a:rPr>
              <a:t>動詞）</a:t>
            </a:r>
            <a:endParaRPr kumimoji="1" lang="en-US" altLang="ja-JP" sz="4800">
              <a:latin typeface="+mn-ea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F897E233-D07E-097C-B285-C7BD1BD3F812}"/>
              </a:ext>
            </a:extLst>
          </p:cNvPr>
          <p:cNvSpPr/>
          <p:nvPr/>
        </p:nvSpPr>
        <p:spPr>
          <a:xfrm>
            <a:off x="456161" y="3085149"/>
            <a:ext cx="10924032" cy="8894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4800">
                <a:latin typeface="+mn-ea"/>
              </a:rPr>
              <a:t>The kids like to glorp the ball.</a:t>
            </a:r>
            <a:endParaRPr kumimoji="1" lang="en-US" altLang="ja-JP" sz="4800">
              <a:latin typeface="+mn-ea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9A13933C-67E3-CDE7-3706-4BF465423661}"/>
              </a:ext>
            </a:extLst>
          </p:cNvPr>
          <p:cNvSpPr/>
          <p:nvPr/>
        </p:nvSpPr>
        <p:spPr>
          <a:xfrm>
            <a:off x="456161" y="3974592"/>
            <a:ext cx="10924032" cy="8894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4400">
                <a:latin typeface="+mn-ea"/>
              </a:rPr>
              <a:t>　子ども達はボールを転がすのが好きだ</a:t>
            </a:r>
            <a:endParaRPr kumimoji="1" lang="en-US" altLang="ja-JP" sz="440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3088496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304CB-5679-901E-4789-A27842E61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6C2DAF14-902B-03FA-D42E-8711C1486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850" y="500063"/>
            <a:ext cx="10515600" cy="1100138"/>
          </a:xfrm>
        </p:spPr>
        <p:txBody>
          <a:bodyPr/>
          <a:lstStyle/>
          <a:p>
            <a:pPr algn="ctr"/>
            <a:br>
              <a:rPr lang="ja-JP" altLang="en-US" dirty="0"/>
            </a:br>
            <a:endParaRPr lang="ja-JP" altLang="en-US" dirty="0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6587B9B-C87B-D1AA-793A-82A7CF9FD8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727364" y="-644236"/>
            <a:ext cx="13528964" cy="7503247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endParaRPr lang="en-US" altLang="ja-JP" dirty="0"/>
          </a:p>
          <a:p>
            <a:endParaRPr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　</a:t>
            </a:r>
            <a:r>
              <a:rPr lang="ja-JP" altLang="en-US" sz="3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</a:t>
            </a:r>
            <a:endParaRPr lang="en-US" altLang="ja-JP" sz="3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3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3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3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3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3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r>
              <a:rPr lang="ja-JP" altLang="en-US" sz="3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　　</a:t>
            </a:r>
            <a:endParaRPr lang="en-US" altLang="ja-JP" sz="3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r>
              <a:rPr lang="ja-JP" altLang="en-US" sz="3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　　　　　　　　　</a:t>
            </a:r>
            <a:endParaRPr lang="en-US" altLang="ja-JP" sz="3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r>
              <a:rPr lang="ja-JP" altLang="en-US" sz="3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　　　　　　　　　　　　　　</a:t>
            </a:r>
            <a:endParaRPr lang="en-US" altLang="ja-JP" sz="3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r>
              <a:rPr lang="en-US" altLang="ja-JP" sz="3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              </a:t>
            </a:r>
            <a:endParaRPr lang="ja-JP" altLang="en-US" sz="3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56207783-5FA9-0C96-77BF-B0DBB5A01C35}"/>
              </a:ext>
            </a:extLst>
          </p:cNvPr>
          <p:cNvSpPr/>
          <p:nvPr/>
        </p:nvSpPr>
        <p:spPr>
          <a:xfrm>
            <a:off x="456161" y="500063"/>
            <a:ext cx="10924032" cy="1584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8800">
                <a:latin typeface="+mn-ea"/>
              </a:rPr>
              <a:t>　　</a:t>
            </a:r>
            <a:r>
              <a:rPr lang="ja-JP" altLang="en-US" sz="8800">
                <a:latin typeface="+mn-ea"/>
              </a:rPr>
              <a:t>  </a:t>
            </a:r>
            <a:r>
              <a:rPr kumimoji="1" lang="en-US" altLang="ja-JP" sz="8800">
                <a:latin typeface="+mn-ea"/>
              </a:rPr>
              <a:t>smorble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9072DC94-920A-CD0F-9928-07889B8EFB28}"/>
              </a:ext>
            </a:extLst>
          </p:cNvPr>
          <p:cNvSpPr/>
          <p:nvPr/>
        </p:nvSpPr>
        <p:spPr>
          <a:xfrm>
            <a:off x="262751" y="1856794"/>
            <a:ext cx="10924032" cy="10001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4800">
                <a:latin typeface="+mn-ea"/>
              </a:rPr>
              <a:t>～を動かす</a:t>
            </a:r>
            <a:r>
              <a:rPr kumimoji="1" lang="en-US" altLang="ja-JP" sz="4800">
                <a:latin typeface="+mn-ea"/>
              </a:rPr>
              <a:t>(</a:t>
            </a:r>
            <a:r>
              <a:rPr kumimoji="1" lang="ja-JP" altLang="en-US" sz="4800">
                <a:latin typeface="+mn-ea"/>
              </a:rPr>
              <a:t>動詞）</a:t>
            </a:r>
            <a:endParaRPr kumimoji="1" lang="en-US" altLang="ja-JP" sz="4800">
              <a:latin typeface="+mn-ea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B5F7DE75-F11E-610D-7056-657FC5505BCB}"/>
              </a:ext>
            </a:extLst>
          </p:cNvPr>
          <p:cNvSpPr/>
          <p:nvPr/>
        </p:nvSpPr>
        <p:spPr>
          <a:xfrm>
            <a:off x="84443" y="3111638"/>
            <a:ext cx="12107557" cy="8894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en-US" altLang="ja-JP" sz="4800">
                <a:latin typeface="+mn-ea"/>
              </a:rPr>
              <a:t>The birds smorble their feathers elegantly.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AE990E94-E8BE-F8FA-4146-2899BE8F3A2F}"/>
              </a:ext>
            </a:extLst>
          </p:cNvPr>
          <p:cNvSpPr/>
          <p:nvPr/>
        </p:nvSpPr>
        <p:spPr>
          <a:xfrm>
            <a:off x="456161" y="3974592"/>
            <a:ext cx="10924032" cy="8894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4400">
                <a:latin typeface="+mn-ea"/>
              </a:rPr>
              <a:t>　鳥たちは優雅に羽を動かす</a:t>
            </a:r>
            <a:endParaRPr kumimoji="1" lang="en-US" altLang="ja-JP" sz="440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112331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982147-047E-A4A5-9A5C-D4B2B6ABA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DE0ACB3B-6F73-5E5F-C381-371AF3A80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850" y="500063"/>
            <a:ext cx="10515600" cy="1100138"/>
          </a:xfrm>
        </p:spPr>
        <p:txBody>
          <a:bodyPr/>
          <a:lstStyle/>
          <a:p>
            <a:pPr algn="ctr"/>
            <a:br>
              <a:rPr lang="ja-JP" altLang="en-US" dirty="0"/>
            </a:br>
            <a:endParaRPr lang="ja-JP" altLang="en-US" dirty="0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A9EC8DA-F605-0367-7739-6B698E5B14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38150" y="-500063"/>
            <a:ext cx="12801600" cy="7486079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endParaRPr lang="en-US" altLang="ja-JP" dirty="0"/>
          </a:p>
          <a:p>
            <a:endParaRPr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　</a:t>
            </a:r>
            <a:r>
              <a:rPr lang="ja-JP" altLang="en-US" sz="3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</a:t>
            </a:r>
            <a:endParaRPr lang="en-US" altLang="ja-JP" sz="3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3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3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3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3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3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r>
              <a:rPr lang="ja-JP" altLang="en-US" sz="3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　　</a:t>
            </a:r>
            <a:endParaRPr lang="en-US" altLang="ja-JP" sz="3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r>
              <a:rPr lang="ja-JP" altLang="en-US" sz="3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　　　　　　　　　</a:t>
            </a:r>
            <a:endParaRPr lang="en-US" altLang="ja-JP" sz="3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r>
              <a:rPr lang="ja-JP" altLang="en-US" sz="3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　　　　　　　　　　　　　　</a:t>
            </a:r>
            <a:endParaRPr lang="en-US" altLang="ja-JP" sz="3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r>
              <a:rPr lang="en-US" altLang="ja-JP" sz="3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              </a:t>
            </a:r>
            <a:endParaRPr lang="ja-JP" altLang="en-US" sz="3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5914A28-DC43-CF43-0D94-436C199D9147}"/>
              </a:ext>
            </a:extLst>
          </p:cNvPr>
          <p:cNvSpPr/>
          <p:nvPr/>
        </p:nvSpPr>
        <p:spPr>
          <a:xfrm>
            <a:off x="456161" y="500063"/>
            <a:ext cx="10924032" cy="1584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8800">
                <a:latin typeface="+mn-ea"/>
              </a:rPr>
              <a:t>　　 </a:t>
            </a:r>
            <a:r>
              <a:rPr kumimoji="1" lang="en-US" altLang="ja-JP" sz="8800">
                <a:latin typeface="+mn-ea"/>
              </a:rPr>
              <a:t>flindrocate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71DDC59B-C7FD-6B52-A56D-7D3BC42CCFCD}"/>
              </a:ext>
            </a:extLst>
          </p:cNvPr>
          <p:cNvSpPr/>
          <p:nvPr/>
        </p:nvSpPr>
        <p:spPr>
          <a:xfrm>
            <a:off x="262751" y="1856794"/>
            <a:ext cx="10924032" cy="10001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4800">
                <a:latin typeface="+mn-ea"/>
              </a:rPr>
              <a:t>～を分割する</a:t>
            </a:r>
            <a:r>
              <a:rPr kumimoji="1" lang="en-US" altLang="ja-JP" sz="4800">
                <a:latin typeface="+mn-ea"/>
              </a:rPr>
              <a:t>(</a:t>
            </a:r>
            <a:r>
              <a:rPr kumimoji="1" lang="ja-JP" altLang="en-US" sz="4800">
                <a:latin typeface="+mn-ea"/>
              </a:rPr>
              <a:t>動詞）</a:t>
            </a:r>
            <a:endParaRPr kumimoji="1" lang="en-US" altLang="ja-JP" sz="4800">
              <a:latin typeface="+mn-ea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A0189FC3-5477-3D32-607F-82E9FE06B879}"/>
              </a:ext>
            </a:extLst>
          </p:cNvPr>
          <p:cNvSpPr/>
          <p:nvPr/>
        </p:nvSpPr>
        <p:spPr>
          <a:xfrm>
            <a:off x="1035858" y="3113513"/>
            <a:ext cx="10344335" cy="11285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en-US" altLang="ja-JP" sz="4800">
                <a:latin typeface="+mn-ea"/>
              </a:rPr>
              <a:t>She flindrocates her work into tasks.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D5042B01-E736-F3EB-EA08-06B504DCBED2}"/>
              </a:ext>
            </a:extLst>
          </p:cNvPr>
          <p:cNvSpPr/>
          <p:nvPr/>
        </p:nvSpPr>
        <p:spPr>
          <a:xfrm>
            <a:off x="0" y="3957059"/>
            <a:ext cx="11934825" cy="9763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4400">
                <a:latin typeface="+mn-ea"/>
              </a:rPr>
              <a:t>　彼女は仕事をタスクに分割する</a:t>
            </a:r>
            <a:endParaRPr kumimoji="1" lang="en-US" altLang="ja-JP" sz="440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9851856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1B14F-076C-832F-CAEA-D3D7E0501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566CBEAF-A34A-56FE-D2A3-74052DFED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850" y="500063"/>
            <a:ext cx="10515600" cy="1100138"/>
          </a:xfrm>
        </p:spPr>
        <p:txBody>
          <a:bodyPr/>
          <a:lstStyle/>
          <a:p>
            <a:pPr algn="ctr"/>
            <a:br>
              <a:rPr lang="ja-JP" altLang="en-US" dirty="0"/>
            </a:br>
            <a:endParaRPr lang="ja-JP" altLang="en-US" dirty="0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F6DD9D7-9BDF-0642-08B2-4EE652559D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512064" y="-500064"/>
            <a:ext cx="12801600" cy="7486079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endParaRPr lang="en-US" altLang="ja-JP" dirty="0"/>
          </a:p>
          <a:p>
            <a:endParaRPr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　</a:t>
            </a:r>
            <a:r>
              <a:rPr lang="ja-JP" altLang="en-US" sz="3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</a:t>
            </a:r>
            <a:endParaRPr lang="en-US" altLang="ja-JP" sz="3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3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3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3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3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3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r>
              <a:rPr lang="ja-JP" altLang="en-US" sz="3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　　</a:t>
            </a:r>
            <a:endParaRPr lang="en-US" altLang="ja-JP" sz="3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r>
              <a:rPr lang="ja-JP" altLang="en-US" sz="3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　　　　　　　　　</a:t>
            </a:r>
            <a:endParaRPr lang="en-US" altLang="ja-JP" sz="3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r>
              <a:rPr lang="ja-JP" altLang="en-US" sz="3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　　　　　　　　　　　　　　</a:t>
            </a:r>
            <a:endParaRPr lang="en-US" altLang="ja-JP" sz="3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r>
              <a:rPr lang="en-US" altLang="ja-JP" sz="3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              </a:t>
            </a:r>
            <a:endParaRPr lang="ja-JP" altLang="en-US" sz="3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D3A2F120-A5AD-CFBF-1D42-2C9ED8BB3B72}"/>
              </a:ext>
            </a:extLst>
          </p:cNvPr>
          <p:cNvSpPr/>
          <p:nvPr/>
        </p:nvSpPr>
        <p:spPr>
          <a:xfrm>
            <a:off x="456161" y="500063"/>
            <a:ext cx="10924032" cy="1584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8800">
                <a:latin typeface="+mn-ea"/>
              </a:rPr>
              <a:t>　　</a:t>
            </a:r>
            <a:r>
              <a:rPr lang="ja-JP" altLang="en-US" sz="8800">
                <a:latin typeface="+mn-ea"/>
              </a:rPr>
              <a:t> </a:t>
            </a:r>
            <a:r>
              <a:rPr kumimoji="1" lang="en-US" altLang="ja-JP" sz="8800">
                <a:latin typeface="+mn-ea"/>
              </a:rPr>
              <a:t>threnditize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FF85972D-11AE-7163-52E7-5AE17FC027E2}"/>
              </a:ext>
            </a:extLst>
          </p:cNvPr>
          <p:cNvSpPr/>
          <p:nvPr/>
        </p:nvSpPr>
        <p:spPr>
          <a:xfrm>
            <a:off x="262751" y="1856794"/>
            <a:ext cx="10924032" cy="10001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4800">
                <a:latin typeface="+mn-ea"/>
              </a:rPr>
              <a:t>～を固定する</a:t>
            </a:r>
            <a:r>
              <a:rPr kumimoji="1" lang="en-US" altLang="ja-JP" sz="4800">
                <a:latin typeface="+mn-ea"/>
              </a:rPr>
              <a:t>(</a:t>
            </a:r>
            <a:r>
              <a:rPr kumimoji="1" lang="ja-JP" altLang="en-US" sz="4800">
                <a:latin typeface="+mn-ea"/>
              </a:rPr>
              <a:t>動詞）</a:t>
            </a:r>
            <a:endParaRPr kumimoji="1" lang="en-US" altLang="ja-JP" sz="4800">
              <a:latin typeface="+mn-ea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BCFA8A86-9774-9ED0-9EAE-7EB380BDD9AE}"/>
              </a:ext>
            </a:extLst>
          </p:cNvPr>
          <p:cNvSpPr/>
          <p:nvPr/>
        </p:nvSpPr>
        <p:spPr>
          <a:xfrm>
            <a:off x="1005217" y="3149444"/>
            <a:ext cx="11186783" cy="10001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en-US" altLang="ja-JP" sz="4800">
                <a:latin typeface="+mn-ea"/>
              </a:rPr>
              <a:t>He should threnditize the fence today.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13885C49-E831-2AAB-1BEC-2BE323B1306A}"/>
              </a:ext>
            </a:extLst>
          </p:cNvPr>
          <p:cNvSpPr/>
          <p:nvPr/>
        </p:nvSpPr>
        <p:spPr>
          <a:xfrm>
            <a:off x="811808" y="3997159"/>
            <a:ext cx="10924032" cy="8894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4400">
                <a:latin typeface="+mn-ea"/>
              </a:rPr>
              <a:t>　彼は今日フェンスを固定すべきだ</a:t>
            </a:r>
            <a:endParaRPr kumimoji="1" lang="en-US" altLang="ja-JP" sz="440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030577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05C32-2B9D-D010-1B80-DC4FF4A14D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37941F9A-1AE2-8FFF-9862-D1F8C9E3C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850" y="500063"/>
            <a:ext cx="10515600" cy="1100138"/>
          </a:xfrm>
        </p:spPr>
        <p:txBody>
          <a:bodyPr/>
          <a:lstStyle/>
          <a:p>
            <a:pPr algn="ctr"/>
            <a:br>
              <a:rPr lang="ja-JP" altLang="en-US" dirty="0"/>
            </a:br>
            <a:endParaRPr lang="ja-JP" altLang="en-US" dirty="0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313829E-D8D7-AEEE-ED4B-4DAEB4282D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512064" y="-500064"/>
            <a:ext cx="12801600" cy="7486079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endParaRPr lang="en-US" altLang="ja-JP" dirty="0"/>
          </a:p>
          <a:p>
            <a:endParaRPr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　</a:t>
            </a:r>
            <a:r>
              <a:rPr lang="ja-JP" altLang="en-US" sz="3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</a:t>
            </a:r>
            <a:endParaRPr lang="en-US" altLang="ja-JP" sz="3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3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3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3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3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3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r>
              <a:rPr lang="ja-JP" altLang="en-US" sz="3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　　</a:t>
            </a:r>
            <a:endParaRPr lang="en-US" altLang="ja-JP" sz="3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r>
              <a:rPr lang="ja-JP" altLang="en-US" sz="3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　　　　　　　　　</a:t>
            </a:r>
            <a:endParaRPr lang="en-US" altLang="ja-JP" sz="3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r>
              <a:rPr lang="ja-JP" altLang="en-US" sz="3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　　　　　　　　　　　　　　</a:t>
            </a:r>
            <a:endParaRPr lang="en-US" altLang="ja-JP" sz="3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r>
              <a:rPr lang="en-US" altLang="ja-JP" sz="3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              </a:t>
            </a:r>
            <a:endParaRPr lang="ja-JP" altLang="en-US" sz="3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681F0AA-9674-1246-F43A-9D82905A3626}"/>
              </a:ext>
            </a:extLst>
          </p:cNvPr>
          <p:cNvSpPr/>
          <p:nvPr/>
        </p:nvSpPr>
        <p:spPr>
          <a:xfrm>
            <a:off x="456161" y="500063"/>
            <a:ext cx="10924032" cy="1584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8800">
                <a:latin typeface="+mn-ea"/>
              </a:rPr>
              <a:t>　　</a:t>
            </a:r>
            <a:r>
              <a:rPr lang="ja-JP" altLang="en-US" sz="8800">
                <a:latin typeface="+mn-ea"/>
              </a:rPr>
              <a:t>  </a:t>
            </a:r>
            <a:r>
              <a:rPr kumimoji="1" lang="en-US" altLang="ja-JP" sz="8800">
                <a:latin typeface="+mn-ea"/>
              </a:rPr>
              <a:t>cribble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424436EB-C458-A339-2AAE-3CA980167217}"/>
              </a:ext>
            </a:extLst>
          </p:cNvPr>
          <p:cNvSpPr/>
          <p:nvPr/>
        </p:nvSpPr>
        <p:spPr>
          <a:xfrm>
            <a:off x="262751" y="1856794"/>
            <a:ext cx="10924032" cy="10001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4800">
                <a:latin typeface="+mn-ea"/>
              </a:rPr>
              <a:t>鮮やかな</a:t>
            </a:r>
            <a:r>
              <a:rPr kumimoji="1" lang="en-US" altLang="ja-JP" sz="4800">
                <a:latin typeface="+mn-ea"/>
              </a:rPr>
              <a:t>(</a:t>
            </a:r>
            <a:r>
              <a:rPr kumimoji="1" lang="ja-JP" altLang="en-US" sz="4800">
                <a:latin typeface="+mn-ea"/>
              </a:rPr>
              <a:t>形容詞）</a:t>
            </a:r>
            <a:endParaRPr kumimoji="1" lang="en-US" altLang="ja-JP" sz="4800">
              <a:latin typeface="+mn-ea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BEB7C1EC-0868-5575-C35F-96D5CDECA962}"/>
              </a:ext>
            </a:extLst>
          </p:cNvPr>
          <p:cNvSpPr/>
          <p:nvPr/>
        </p:nvSpPr>
        <p:spPr>
          <a:xfrm>
            <a:off x="456160" y="3085149"/>
            <a:ext cx="12253999" cy="11285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4800">
                <a:latin typeface="+mn-ea"/>
              </a:rPr>
              <a:t>The garden was full of cribble flowers.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92EBCAE8-2F9A-714C-B1A3-9599DE1026DC}"/>
              </a:ext>
            </a:extLst>
          </p:cNvPr>
          <p:cNvSpPr/>
          <p:nvPr/>
        </p:nvSpPr>
        <p:spPr>
          <a:xfrm>
            <a:off x="456161" y="3974592"/>
            <a:ext cx="10924032" cy="8894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4400">
                <a:latin typeface="+mn-ea"/>
              </a:rPr>
              <a:t>　庭は鮮やかな花でいっぱいだった</a:t>
            </a:r>
            <a:endParaRPr kumimoji="1" lang="en-US" altLang="ja-JP" sz="440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4767268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8F96F-18AB-A270-EBB5-0BDD3ACA0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FEA3AB4C-4055-5DF9-0253-FCB26E5D9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850" y="500063"/>
            <a:ext cx="10515600" cy="1100138"/>
          </a:xfrm>
        </p:spPr>
        <p:txBody>
          <a:bodyPr/>
          <a:lstStyle/>
          <a:p>
            <a:pPr algn="ctr"/>
            <a:br>
              <a:rPr lang="ja-JP" altLang="en-US" dirty="0"/>
            </a:br>
            <a:endParaRPr lang="ja-JP" altLang="en-US" dirty="0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4BD45CD-6150-C384-547E-9A9BC43C5A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512064" y="-500064"/>
            <a:ext cx="12801600" cy="7486079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endParaRPr lang="en-US" altLang="ja-JP" dirty="0"/>
          </a:p>
          <a:p>
            <a:endParaRPr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　</a:t>
            </a:r>
            <a:r>
              <a:rPr lang="ja-JP" altLang="en-US" sz="3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</a:t>
            </a:r>
            <a:endParaRPr lang="en-US" altLang="ja-JP" sz="3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3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3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3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3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3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r>
              <a:rPr lang="ja-JP" altLang="en-US" sz="3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　　</a:t>
            </a:r>
            <a:endParaRPr lang="en-US" altLang="ja-JP" sz="3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r>
              <a:rPr lang="ja-JP" altLang="en-US" sz="3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　　　　　　　　　</a:t>
            </a:r>
            <a:endParaRPr lang="en-US" altLang="ja-JP" sz="3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r>
              <a:rPr lang="ja-JP" altLang="en-US" sz="3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　　　　　　　　　　　　　　</a:t>
            </a:r>
            <a:endParaRPr lang="en-US" altLang="ja-JP" sz="3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r>
              <a:rPr lang="en-US" altLang="ja-JP" sz="3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              </a:t>
            </a:r>
            <a:endParaRPr lang="ja-JP" altLang="en-US" sz="3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DE8E616-B4F9-A86B-8A84-474EAA57F3E9}"/>
              </a:ext>
            </a:extLst>
          </p:cNvPr>
          <p:cNvSpPr/>
          <p:nvPr/>
        </p:nvSpPr>
        <p:spPr>
          <a:xfrm>
            <a:off x="456161" y="500063"/>
            <a:ext cx="10924032" cy="1584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8800">
                <a:latin typeface="+mn-ea"/>
              </a:rPr>
              <a:t>　　　</a:t>
            </a:r>
            <a:r>
              <a:rPr kumimoji="1" lang="en-US" altLang="ja-JP" sz="8800">
                <a:latin typeface="+mn-ea"/>
              </a:rPr>
              <a:t>fleng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1E138F0B-A479-E8D5-1EDA-9C2B533295B7}"/>
              </a:ext>
            </a:extLst>
          </p:cNvPr>
          <p:cNvSpPr/>
          <p:nvPr/>
        </p:nvSpPr>
        <p:spPr>
          <a:xfrm>
            <a:off x="262751" y="1856794"/>
            <a:ext cx="10924032" cy="10001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4800">
                <a:latin typeface="+mn-ea"/>
              </a:rPr>
              <a:t>柔らかい</a:t>
            </a:r>
            <a:r>
              <a:rPr kumimoji="1" lang="en-US" altLang="ja-JP" sz="4800">
                <a:latin typeface="+mn-ea"/>
              </a:rPr>
              <a:t>(</a:t>
            </a:r>
            <a:r>
              <a:rPr kumimoji="1" lang="ja-JP" altLang="en-US" sz="4800">
                <a:latin typeface="+mn-ea"/>
              </a:rPr>
              <a:t>形容詞）</a:t>
            </a:r>
            <a:endParaRPr kumimoji="1" lang="en-US" altLang="ja-JP" sz="4800">
              <a:latin typeface="+mn-ea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83DCCD1D-28BE-ED7A-A8B8-FEB4C22B1485}"/>
              </a:ext>
            </a:extLst>
          </p:cNvPr>
          <p:cNvSpPr/>
          <p:nvPr/>
        </p:nvSpPr>
        <p:spPr>
          <a:xfrm>
            <a:off x="456161" y="3085149"/>
            <a:ext cx="10924032" cy="8894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4800">
                <a:latin typeface="+mn-ea"/>
              </a:rPr>
              <a:t>The fleng pillow was comfortable.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98446264-968E-40A1-0005-85AFD9873DC5}"/>
              </a:ext>
            </a:extLst>
          </p:cNvPr>
          <p:cNvSpPr/>
          <p:nvPr/>
        </p:nvSpPr>
        <p:spPr>
          <a:xfrm>
            <a:off x="456161" y="3974592"/>
            <a:ext cx="10924032" cy="8894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4400">
                <a:latin typeface="+mn-ea"/>
              </a:rPr>
              <a:t>　柔らかい枕は快適だった</a:t>
            </a:r>
            <a:endParaRPr kumimoji="1" lang="en-US" altLang="ja-JP" sz="440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116207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D809B-6CE0-E995-7EC6-D7536EA01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3A27D9B2-D937-7DBF-3DEC-E288287EA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850" y="500063"/>
            <a:ext cx="10515600" cy="1100138"/>
          </a:xfrm>
        </p:spPr>
        <p:txBody>
          <a:bodyPr/>
          <a:lstStyle/>
          <a:p>
            <a:pPr algn="ctr"/>
            <a:br>
              <a:rPr lang="ja-JP" altLang="en-US" dirty="0"/>
            </a:br>
            <a:endParaRPr lang="ja-JP" altLang="en-US" dirty="0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1B7950E-394D-2AC8-2774-2A4BA67EB3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512064" y="-500064"/>
            <a:ext cx="12801600" cy="7486079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endParaRPr lang="en-US" altLang="ja-JP" dirty="0"/>
          </a:p>
          <a:p>
            <a:endParaRPr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　</a:t>
            </a:r>
            <a:r>
              <a:rPr lang="ja-JP" altLang="en-US" sz="3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</a:t>
            </a:r>
            <a:endParaRPr lang="en-US" altLang="ja-JP" sz="3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3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3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r>
              <a:rPr lang="en-US" altLang="ja-JP" sz="32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  <a:endParaRPr lang="en-US" altLang="ja-JP" sz="3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3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3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r>
              <a:rPr lang="ja-JP" altLang="en-US" sz="3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　　</a:t>
            </a:r>
            <a:endParaRPr lang="en-US" altLang="ja-JP" sz="3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r>
              <a:rPr lang="ja-JP" altLang="en-US" sz="3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　　　　　　　　　</a:t>
            </a:r>
            <a:endParaRPr lang="en-US" altLang="ja-JP" sz="3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r>
              <a:rPr lang="ja-JP" altLang="en-US" sz="3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　　　　　　　　　　　　　　</a:t>
            </a:r>
            <a:endParaRPr lang="en-US" altLang="ja-JP" sz="3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r>
              <a:rPr lang="en-US" altLang="ja-JP" sz="3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              </a:t>
            </a:r>
            <a:endParaRPr lang="ja-JP" altLang="en-US" sz="3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E0C8F13C-1650-0D53-8515-F78D6042926D}"/>
              </a:ext>
            </a:extLst>
          </p:cNvPr>
          <p:cNvSpPr/>
          <p:nvPr/>
        </p:nvSpPr>
        <p:spPr>
          <a:xfrm>
            <a:off x="456161" y="500063"/>
            <a:ext cx="10924032" cy="1584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8800">
                <a:latin typeface="+mn-ea"/>
              </a:rPr>
              <a:t>　　　</a:t>
            </a:r>
            <a:r>
              <a:rPr kumimoji="1" lang="en-US" altLang="ja-JP" sz="8800">
                <a:latin typeface="+mn-ea"/>
              </a:rPr>
              <a:t>zibble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A1318D3D-44AD-E04B-C5BD-6D9B7198D726}"/>
              </a:ext>
            </a:extLst>
          </p:cNvPr>
          <p:cNvSpPr/>
          <p:nvPr/>
        </p:nvSpPr>
        <p:spPr>
          <a:xfrm>
            <a:off x="262751" y="1856794"/>
            <a:ext cx="10924032" cy="10001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4800">
                <a:latin typeface="+mn-ea"/>
              </a:rPr>
              <a:t>    金色の</a:t>
            </a:r>
            <a:r>
              <a:rPr kumimoji="1" lang="en-US" altLang="ja-JP" sz="4800">
                <a:latin typeface="+mn-ea"/>
              </a:rPr>
              <a:t>(</a:t>
            </a:r>
            <a:r>
              <a:rPr kumimoji="1" lang="ja-JP" altLang="en-US" sz="4800">
                <a:latin typeface="+mn-ea"/>
              </a:rPr>
              <a:t>形容詞）</a:t>
            </a:r>
            <a:endParaRPr kumimoji="1" lang="en-US" altLang="ja-JP" sz="4800">
              <a:latin typeface="+mn-ea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AFD13155-9D11-89DB-4836-E63EFD0AB48F}"/>
              </a:ext>
            </a:extLst>
          </p:cNvPr>
          <p:cNvSpPr/>
          <p:nvPr/>
        </p:nvSpPr>
        <p:spPr>
          <a:xfrm>
            <a:off x="943898" y="3213525"/>
            <a:ext cx="10785986" cy="10001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 sz="4800">
                <a:latin typeface="+mn-ea"/>
              </a:rPr>
              <a:t>Her zibble ring caught his attention. </a:t>
            </a:r>
            <a:endParaRPr kumimoji="1" lang="en-US" altLang="ja-JP" sz="4800">
              <a:latin typeface="+mn-ea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264AAA77-1DFE-3B16-DF17-6270F593664F}"/>
              </a:ext>
            </a:extLst>
          </p:cNvPr>
          <p:cNvSpPr/>
          <p:nvPr/>
        </p:nvSpPr>
        <p:spPr>
          <a:xfrm>
            <a:off x="262751" y="3822288"/>
            <a:ext cx="11220450" cy="12391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4400">
                <a:latin typeface="+mn-ea"/>
              </a:rPr>
              <a:t>　彼女の金色の指輪は彼の注目を集めた</a:t>
            </a:r>
            <a:endParaRPr kumimoji="1" lang="en-US" altLang="ja-JP" sz="440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362688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E5C87-BDA7-DAD1-953D-8A75D60DA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920CBC83-A3DD-A41F-A44A-E0709EBC5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850" y="500063"/>
            <a:ext cx="10515600" cy="1100138"/>
          </a:xfrm>
        </p:spPr>
        <p:txBody>
          <a:bodyPr/>
          <a:lstStyle/>
          <a:p>
            <a:pPr algn="ctr"/>
            <a:br>
              <a:rPr lang="ja-JP" altLang="en-US" dirty="0"/>
            </a:br>
            <a:endParaRPr lang="ja-JP" altLang="en-US" dirty="0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F342EC6-55B3-1191-CC5E-145D7C8248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512064" y="-500064"/>
            <a:ext cx="12801600" cy="7486079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endParaRPr lang="en-US" altLang="ja-JP" dirty="0"/>
          </a:p>
          <a:p>
            <a:endParaRPr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　</a:t>
            </a:r>
            <a:r>
              <a:rPr lang="ja-JP" altLang="en-US" sz="3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</a:t>
            </a:r>
            <a:endParaRPr lang="en-US" altLang="ja-JP" sz="3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3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3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3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3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3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r>
              <a:rPr lang="ja-JP" altLang="en-US" sz="3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　　</a:t>
            </a:r>
            <a:endParaRPr lang="en-US" altLang="ja-JP" sz="3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r>
              <a:rPr lang="ja-JP" altLang="en-US" sz="3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　　　　　　　　　</a:t>
            </a:r>
            <a:endParaRPr lang="en-US" altLang="ja-JP" sz="3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r>
              <a:rPr lang="ja-JP" altLang="en-US" sz="3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　　　　　　　　　　　　　　</a:t>
            </a:r>
            <a:endParaRPr lang="en-US" altLang="ja-JP" sz="3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r>
              <a:rPr lang="en-US" altLang="ja-JP" sz="3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              </a:t>
            </a:r>
            <a:endParaRPr lang="ja-JP" altLang="en-US" sz="3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DA6D1E9F-F9F3-D846-4638-289ACAD3A7F1}"/>
              </a:ext>
            </a:extLst>
          </p:cNvPr>
          <p:cNvSpPr/>
          <p:nvPr/>
        </p:nvSpPr>
        <p:spPr>
          <a:xfrm>
            <a:off x="456161" y="500063"/>
            <a:ext cx="10924032" cy="1584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8800">
                <a:latin typeface="+mn-ea"/>
              </a:rPr>
              <a:t>　　</a:t>
            </a:r>
            <a:r>
              <a:rPr lang="ja-JP" altLang="en-US" sz="8800">
                <a:latin typeface="+mn-ea"/>
              </a:rPr>
              <a:t>  </a:t>
            </a:r>
            <a:r>
              <a:rPr kumimoji="1" lang="en-US" altLang="ja-JP" sz="8800">
                <a:latin typeface="+mn-ea"/>
              </a:rPr>
              <a:t>plonkical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7FF35646-4518-992A-8B28-509D30BCFB32}"/>
              </a:ext>
            </a:extLst>
          </p:cNvPr>
          <p:cNvSpPr/>
          <p:nvPr/>
        </p:nvSpPr>
        <p:spPr>
          <a:xfrm>
            <a:off x="262751" y="1856794"/>
            <a:ext cx="10924032" cy="10001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4800">
                <a:latin typeface="+mn-ea"/>
              </a:rPr>
              <a:t>勇敢な</a:t>
            </a:r>
            <a:r>
              <a:rPr kumimoji="1" lang="en-US" altLang="ja-JP" sz="4800">
                <a:latin typeface="+mn-ea"/>
              </a:rPr>
              <a:t>(</a:t>
            </a:r>
            <a:r>
              <a:rPr kumimoji="1" lang="ja-JP" altLang="en-US" sz="4800">
                <a:latin typeface="+mn-ea"/>
              </a:rPr>
              <a:t>形容詞）</a:t>
            </a:r>
            <a:endParaRPr kumimoji="1" lang="en-US" altLang="ja-JP" sz="4800">
              <a:latin typeface="+mn-ea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95DE5A8A-021F-2945-8315-A7ABAEB3D5E0}"/>
              </a:ext>
            </a:extLst>
          </p:cNvPr>
          <p:cNvSpPr/>
          <p:nvPr/>
        </p:nvSpPr>
        <p:spPr>
          <a:xfrm>
            <a:off x="560439" y="3085149"/>
            <a:ext cx="14130920" cy="11285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en-US" altLang="ja-JP" sz="4800">
                <a:latin typeface="+mn-ea"/>
              </a:rPr>
              <a:t>   She showed a plonkical attitude always.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96CDA431-18C5-BB15-D5FF-03DE40711EBA}"/>
              </a:ext>
            </a:extLst>
          </p:cNvPr>
          <p:cNvSpPr/>
          <p:nvPr/>
        </p:nvSpPr>
        <p:spPr>
          <a:xfrm>
            <a:off x="918277" y="3992000"/>
            <a:ext cx="10924032" cy="8894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4400">
                <a:latin typeface="+mn-ea"/>
              </a:rPr>
              <a:t>　彼女はいつも勇敢な態度を示した</a:t>
            </a:r>
            <a:endParaRPr kumimoji="1" lang="en-US" altLang="ja-JP" sz="440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044282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BFA26-0314-BBD1-2342-F757C9303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A9736D3B-C1E4-E14E-0162-E7DBCA679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850" y="500063"/>
            <a:ext cx="10515600" cy="1100138"/>
          </a:xfrm>
        </p:spPr>
        <p:txBody>
          <a:bodyPr/>
          <a:lstStyle/>
          <a:p>
            <a:pPr algn="ctr"/>
            <a:br>
              <a:rPr lang="ja-JP" altLang="en-US" dirty="0"/>
            </a:br>
            <a:endParaRPr lang="ja-JP" altLang="en-US" dirty="0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FA795FC-7F0E-CE0B-38DE-EC0E2E9CDE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512064" y="-500064"/>
            <a:ext cx="12801600" cy="7486079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endParaRPr lang="en-US" altLang="ja-JP" dirty="0"/>
          </a:p>
          <a:p>
            <a:endParaRPr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　</a:t>
            </a:r>
            <a:r>
              <a:rPr lang="ja-JP" altLang="en-US" sz="3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</a:t>
            </a:r>
            <a:endParaRPr lang="en-US" altLang="ja-JP" sz="3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3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3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3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3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3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r>
              <a:rPr lang="ja-JP" altLang="en-US" sz="3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　　</a:t>
            </a:r>
            <a:endParaRPr lang="en-US" altLang="ja-JP" sz="3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r>
              <a:rPr lang="ja-JP" altLang="en-US" sz="3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　　　　　　　　　</a:t>
            </a:r>
            <a:endParaRPr lang="en-US" altLang="ja-JP" sz="3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r>
              <a:rPr lang="ja-JP" altLang="en-US" sz="3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　　　　　　　　　　　　　　</a:t>
            </a:r>
            <a:endParaRPr lang="en-US" altLang="ja-JP" sz="3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r>
              <a:rPr lang="en-US" altLang="ja-JP" sz="3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              </a:t>
            </a:r>
            <a:endParaRPr lang="ja-JP" altLang="en-US" sz="3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75838487-E3B3-DC31-8B31-D86A0DFB8FE7}"/>
              </a:ext>
            </a:extLst>
          </p:cNvPr>
          <p:cNvSpPr/>
          <p:nvPr/>
        </p:nvSpPr>
        <p:spPr>
          <a:xfrm>
            <a:off x="456161" y="500063"/>
            <a:ext cx="10924032" cy="1584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8800">
                <a:latin typeface="+mn-ea"/>
              </a:rPr>
              <a:t>　　　</a:t>
            </a:r>
            <a:r>
              <a:rPr kumimoji="1" lang="en-US" altLang="ja-JP" sz="8800">
                <a:latin typeface="+mn-ea"/>
              </a:rPr>
              <a:t>blontish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563ECD5E-33BE-F77D-6AD7-E05146F8FB42}"/>
              </a:ext>
            </a:extLst>
          </p:cNvPr>
          <p:cNvSpPr/>
          <p:nvPr/>
        </p:nvSpPr>
        <p:spPr>
          <a:xfrm>
            <a:off x="262751" y="1856794"/>
            <a:ext cx="10924032" cy="10001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4800">
                <a:latin typeface="+mn-ea"/>
              </a:rPr>
              <a:t>    変な</a:t>
            </a:r>
            <a:r>
              <a:rPr kumimoji="1" lang="en-US" altLang="ja-JP" sz="4800">
                <a:latin typeface="+mn-ea"/>
              </a:rPr>
              <a:t>(</a:t>
            </a:r>
            <a:r>
              <a:rPr kumimoji="1" lang="ja-JP" altLang="en-US" sz="4800">
                <a:latin typeface="+mn-ea"/>
              </a:rPr>
              <a:t>形容詞）</a:t>
            </a:r>
            <a:endParaRPr kumimoji="1" lang="en-US" altLang="ja-JP" sz="4800">
              <a:latin typeface="+mn-ea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5AFD2411-DCE7-C981-4596-CCB65ACD2FA7}"/>
              </a:ext>
            </a:extLst>
          </p:cNvPr>
          <p:cNvSpPr/>
          <p:nvPr/>
        </p:nvSpPr>
        <p:spPr>
          <a:xfrm>
            <a:off x="399776" y="3085150"/>
            <a:ext cx="11752733" cy="9159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4800">
                <a:latin typeface="+mn-ea"/>
              </a:rPr>
              <a:t>She felt blontish after spinning around.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A645428A-51DA-9263-EDED-7B856618EDD8}"/>
              </a:ext>
            </a:extLst>
          </p:cNvPr>
          <p:cNvSpPr/>
          <p:nvPr/>
        </p:nvSpPr>
        <p:spPr>
          <a:xfrm>
            <a:off x="262751" y="3974592"/>
            <a:ext cx="12026785" cy="10266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4400">
                <a:latin typeface="+mn-ea"/>
              </a:rPr>
              <a:t>彼女はぐるぐる回った後</a:t>
            </a:r>
            <a:r>
              <a:rPr kumimoji="1" lang="en-US" altLang="ja-JP" sz="4400">
                <a:latin typeface="+mn-ea"/>
              </a:rPr>
              <a:t>, </a:t>
            </a:r>
            <a:r>
              <a:rPr kumimoji="1" lang="ja-JP" altLang="en-US" sz="4400">
                <a:latin typeface="+mn-ea"/>
              </a:rPr>
              <a:t>変な気持ちになった</a:t>
            </a:r>
            <a:endParaRPr kumimoji="1" lang="en-US" altLang="ja-JP" sz="440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9166228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18A34-BAAD-AC6F-C6F7-D121DCBF5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1DAC753D-24E0-789A-4C23-74A95233B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850" y="500063"/>
            <a:ext cx="10515600" cy="1100138"/>
          </a:xfrm>
        </p:spPr>
        <p:txBody>
          <a:bodyPr/>
          <a:lstStyle/>
          <a:p>
            <a:pPr algn="ctr"/>
            <a:br>
              <a:rPr lang="ja-JP" altLang="en-US" dirty="0"/>
            </a:br>
            <a:endParaRPr lang="ja-JP" altLang="en-US" dirty="0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3803E8-C12F-9F4D-0EC5-4122D77E7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512064" y="-500064"/>
            <a:ext cx="12801600" cy="7486079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endParaRPr lang="en-US" altLang="ja-JP" dirty="0"/>
          </a:p>
          <a:p>
            <a:endParaRPr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　</a:t>
            </a:r>
            <a:r>
              <a:rPr lang="ja-JP" altLang="en-US" sz="3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</a:t>
            </a:r>
            <a:endParaRPr lang="en-US" altLang="ja-JP" sz="3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3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3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3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3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3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r>
              <a:rPr lang="ja-JP" altLang="en-US" sz="3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　　</a:t>
            </a:r>
            <a:endParaRPr lang="en-US" altLang="ja-JP" sz="3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r>
              <a:rPr lang="ja-JP" altLang="en-US" sz="3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　　　　　　　　　</a:t>
            </a:r>
            <a:endParaRPr lang="en-US" altLang="ja-JP" sz="3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r>
              <a:rPr lang="ja-JP" altLang="en-US" sz="3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　　　　　　　　　　　　　　</a:t>
            </a:r>
            <a:endParaRPr lang="en-US" altLang="ja-JP" sz="3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r>
              <a:rPr lang="en-US" altLang="ja-JP" sz="3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              </a:t>
            </a:r>
            <a:endParaRPr lang="ja-JP" altLang="en-US" sz="3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0A977B1-6CD6-E7B1-0522-5DEE6D7AF16C}"/>
              </a:ext>
            </a:extLst>
          </p:cNvPr>
          <p:cNvSpPr/>
          <p:nvPr/>
        </p:nvSpPr>
        <p:spPr>
          <a:xfrm>
            <a:off x="2163041" y="500063"/>
            <a:ext cx="5639839" cy="1584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8800">
                <a:latin typeface="+mn-ea"/>
              </a:rPr>
              <a:t>　　</a:t>
            </a:r>
            <a:r>
              <a:rPr kumimoji="1" lang="en-US" altLang="ja-JP" sz="8800">
                <a:latin typeface="+mn-ea"/>
              </a:rPr>
              <a:t>zlitz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F7277E7C-2ADC-B0AA-D2FD-BBF289254FBA}"/>
              </a:ext>
            </a:extLst>
          </p:cNvPr>
          <p:cNvSpPr/>
          <p:nvPr/>
        </p:nvSpPr>
        <p:spPr>
          <a:xfrm>
            <a:off x="262751" y="1856794"/>
            <a:ext cx="10924032" cy="10001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4800">
                <a:latin typeface="+mn-ea"/>
              </a:rPr>
              <a:t>紙片</a:t>
            </a:r>
            <a:r>
              <a:rPr kumimoji="1" lang="en-US" altLang="ja-JP" sz="4800">
                <a:latin typeface="+mn-ea"/>
              </a:rPr>
              <a:t>(</a:t>
            </a:r>
            <a:r>
              <a:rPr kumimoji="1" lang="ja-JP" altLang="en-US" sz="4800">
                <a:latin typeface="+mn-ea"/>
              </a:rPr>
              <a:t>名詞）</a:t>
            </a:r>
            <a:endParaRPr kumimoji="1" lang="en-US" altLang="ja-JP" sz="4800">
              <a:latin typeface="+mn-ea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F64E537-A29D-0EC8-F1C2-E071AED19CF5}"/>
              </a:ext>
            </a:extLst>
          </p:cNvPr>
          <p:cNvSpPr/>
          <p:nvPr/>
        </p:nvSpPr>
        <p:spPr>
          <a:xfrm>
            <a:off x="704850" y="3085149"/>
            <a:ext cx="10924032" cy="8894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4800">
                <a:latin typeface="+mn-ea"/>
              </a:rPr>
              <a:t>She found a tiny zlitz on the desk.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9742F1AD-440C-5E9C-C6A2-E44F87A1900E}"/>
              </a:ext>
            </a:extLst>
          </p:cNvPr>
          <p:cNvSpPr/>
          <p:nvPr/>
        </p:nvSpPr>
        <p:spPr>
          <a:xfrm>
            <a:off x="456161" y="3974592"/>
            <a:ext cx="10924032" cy="8894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4400">
                <a:latin typeface="+mn-ea"/>
              </a:rPr>
              <a:t>　彼女は机の上に小さな紙片を見つけた</a:t>
            </a:r>
            <a:endParaRPr kumimoji="1" lang="en-US" altLang="ja-JP" sz="440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653648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378087-D88A-20A7-6175-9367ABF91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4FDBCC99-3656-369F-672B-0BCBFCF7F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850" y="500063"/>
            <a:ext cx="10515600" cy="1100138"/>
          </a:xfrm>
        </p:spPr>
        <p:txBody>
          <a:bodyPr/>
          <a:lstStyle/>
          <a:p>
            <a:pPr algn="ctr"/>
            <a:br>
              <a:rPr lang="ja-JP" altLang="en-US" dirty="0"/>
            </a:br>
            <a:endParaRPr lang="ja-JP" altLang="en-US" dirty="0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E78AD55-67C6-4F88-6C09-7D0C076CC0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512064" y="-500064"/>
            <a:ext cx="12801600" cy="7486079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endParaRPr lang="en-US" altLang="ja-JP" dirty="0"/>
          </a:p>
          <a:p>
            <a:endParaRPr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　</a:t>
            </a:r>
            <a:r>
              <a:rPr lang="ja-JP" altLang="en-US" sz="3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</a:t>
            </a:r>
            <a:endParaRPr lang="en-US" altLang="ja-JP" sz="3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3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3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3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3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3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r>
              <a:rPr lang="ja-JP" altLang="en-US" sz="3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　　</a:t>
            </a:r>
            <a:endParaRPr lang="en-US" altLang="ja-JP" sz="3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r>
              <a:rPr lang="ja-JP" altLang="en-US" sz="3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　　　　　　　　　</a:t>
            </a:r>
            <a:endParaRPr lang="en-US" altLang="ja-JP" sz="3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r>
              <a:rPr lang="ja-JP" altLang="en-US" sz="3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　　　　　　　　　　　　　　</a:t>
            </a:r>
            <a:endParaRPr lang="en-US" altLang="ja-JP" sz="3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r>
              <a:rPr lang="en-US" altLang="ja-JP" sz="3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              </a:t>
            </a:r>
            <a:endParaRPr lang="ja-JP" altLang="en-US" sz="3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3CA1975-72C9-F5E7-6276-85AEF273A6BF}"/>
              </a:ext>
            </a:extLst>
          </p:cNvPr>
          <p:cNvSpPr/>
          <p:nvPr/>
        </p:nvSpPr>
        <p:spPr>
          <a:xfrm>
            <a:off x="456161" y="500063"/>
            <a:ext cx="10924032" cy="1584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8800">
                <a:latin typeface="+mn-ea"/>
              </a:rPr>
              <a:t>　　　  </a:t>
            </a:r>
            <a:r>
              <a:rPr kumimoji="1" lang="en-US" altLang="ja-JP" sz="8800">
                <a:latin typeface="+mn-ea"/>
              </a:rPr>
              <a:t>flurp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12C005A4-49B4-72DA-62B8-6E7DCDF4DC13}"/>
              </a:ext>
            </a:extLst>
          </p:cNvPr>
          <p:cNvSpPr/>
          <p:nvPr/>
        </p:nvSpPr>
        <p:spPr>
          <a:xfrm>
            <a:off x="262751" y="1856794"/>
            <a:ext cx="10924032" cy="10001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4800">
                <a:latin typeface="+mn-ea"/>
              </a:rPr>
              <a:t>   服装</a:t>
            </a:r>
            <a:r>
              <a:rPr kumimoji="1" lang="en-US" altLang="ja-JP" sz="4800">
                <a:latin typeface="+mn-ea"/>
              </a:rPr>
              <a:t>(</a:t>
            </a:r>
            <a:r>
              <a:rPr kumimoji="1" lang="ja-JP" altLang="en-US" sz="4800">
                <a:latin typeface="+mn-ea"/>
              </a:rPr>
              <a:t>名詞）</a:t>
            </a:r>
            <a:endParaRPr kumimoji="1" lang="en-US" altLang="ja-JP" sz="4800">
              <a:latin typeface="+mn-ea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38A1F9E-5BBA-9B93-EBA8-2C163BD8CE51}"/>
              </a:ext>
            </a:extLst>
          </p:cNvPr>
          <p:cNvSpPr/>
          <p:nvPr/>
        </p:nvSpPr>
        <p:spPr>
          <a:xfrm>
            <a:off x="456160" y="3085149"/>
            <a:ext cx="11735839" cy="9159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4800">
                <a:latin typeface="+mn-ea"/>
              </a:rPr>
              <a:t>His flurp didn’t match the event.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48C4A0CE-C32F-E0D6-9A09-7DDC309E1D50}"/>
              </a:ext>
            </a:extLst>
          </p:cNvPr>
          <p:cNvSpPr/>
          <p:nvPr/>
        </p:nvSpPr>
        <p:spPr>
          <a:xfrm>
            <a:off x="456161" y="3974592"/>
            <a:ext cx="10924032" cy="8894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4400">
                <a:latin typeface="+mn-ea"/>
              </a:rPr>
              <a:t>　彼の服装はその催しには合わなかった</a:t>
            </a:r>
            <a:endParaRPr kumimoji="1" lang="en-US" altLang="ja-JP" sz="440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516490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145A58-FC46-D2ED-D708-197D7EF9B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044743EF-6F7B-4606-92E6-37D9A5E70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850" y="500063"/>
            <a:ext cx="10515600" cy="1100138"/>
          </a:xfrm>
        </p:spPr>
        <p:txBody>
          <a:bodyPr/>
          <a:lstStyle/>
          <a:p>
            <a:pPr algn="ctr"/>
            <a:br>
              <a:rPr lang="ja-JP" altLang="en-US" dirty="0"/>
            </a:br>
            <a:endParaRPr lang="ja-JP" altLang="en-US" dirty="0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39B9978-D425-36D7-9E24-1318801CC7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304800" y="-500064"/>
            <a:ext cx="12801600" cy="7486079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endParaRPr lang="en-US" altLang="ja-JP" dirty="0"/>
          </a:p>
          <a:p>
            <a:endParaRPr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　</a:t>
            </a:r>
            <a:r>
              <a:rPr lang="ja-JP" altLang="en-US" sz="3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</a:t>
            </a:r>
            <a:endParaRPr lang="en-US" altLang="ja-JP" sz="3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3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3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3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3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3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r>
              <a:rPr lang="ja-JP" altLang="en-US" sz="3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　　</a:t>
            </a:r>
            <a:endParaRPr lang="en-US" altLang="ja-JP" sz="3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r>
              <a:rPr lang="ja-JP" altLang="en-US" sz="3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　　　　　　　　　</a:t>
            </a:r>
            <a:endParaRPr lang="en-US" altLang="ja-JP" sz="3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r>
              <a:rPr lang="ja-JP" altLang="en-US" sz="3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　　　　　　　　　　　　　　</a:t>
            </a:r>
            <a:endParaRPr lang="en-US" altLang="ja-JP" sz="3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r>
              <a:rPr lang="en-US" altLang="ja-JP" sz="3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              </a:t>
            </a:r>
            <a:endParaRPr lang="ja-JP" altLang="en-US" sz="3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17CFF139-3BB0-646C-0661-311E93AD45CE}"/>
              </a:ext>
            </a:extLst>
          </p:cNvPr>
          <p:cNvSpPr/>
          <p:nvPr/>
        </p:nvSpPr>
        <p:spPr>
          <a:xfrm>
            <a:off x="456161" y="500063"/>
            <a:ext cx="10924032" cy="1584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8800">
                <a:latin typeface="+mn-ea"/>
              </a:rPr>
              <a:t>　　　</a:t>
            </a:r>
            <a:r>
              <a:rPr kumimoji="1" lang="en-US" altLang="ja-JP" sz="8800">
                <a:latin typeface="+mn-ea"/>
              </a:rPr>
              <a:t>sprock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4467AEDF-4D0E-0B4D-3DA7-E2591ED14539}"/>
              </a:ext>
            </a:extLst>
          </p:cNvPr>
          <p:cNvSpPr/>
          <p:nvPr/>
        </p:nvSpPr>
        <p:spPr>
          <a:xfrm>
            <a:off x="262751" y="1856794"/>
            <a:ext cx="10306926" cy="10001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4800">
                <a:latin typeface="+mn-ea"/>
              </a:rPr>
              <a:t>    部品</a:t>
            </a:r>
            <a:r>
              <a:rPr kumimoji="1" lang="en-US" altLang="ja-JP" sz="4800">
                <a:latin typeface="+mn-ea"/>
              </a:rPr>
              <a:t>(</a:t>
            </a:r>
            <a:r>
              <a:rPr kumimoji="1" lang="ja-JP" altLang="en-US" sz="4800">
                <a:latin typeface="+mn-ea"/>
              </a:rPr>
              <a:t>名詞）</a:t>
            </a:r>
            <a:endParaRPr kumimoji="1" lang="en-US" altLang="ja-JP" sz="4800">
              <a:latin typeface="+mn-ea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2A06FD94-0E85-F1BB-76B2-EB246ACC1D1A}"/>
              </a:ext>
            </a:extLst>
          </p:cNvPr>
          <p:cNvSpPr/>
          <p:nvPr/>
        </p:nvSpPr>
        <p:spPr>
          <a:xfrm>
            <a:off x="334903" y="3113513"/>
            <a:ext cx="11784948" cy="9159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4800">
                <a:latin typeface="+mn-ea"/>
              </a:rPr>
              <a:t>He searched for the missing sprock.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34091979-6C8D-CE8A-EB69-1BF8862D102F}"/>
              </a:ext>
            </a:extLst>
          </p:cNvPr>
          <p:cNvSpPr/>
          <p:nvPr/>
        </p:nvSpPr>
        <p:spPr>
          <a:xfrm>
            <a:off x="1698262" y="3928574"/>
            <a:ext cx="9058230" cy="10266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4400">
                <a:latin typeface="+mn-ea"/>
              </a:rPr>
              <a:t>彼は足りない部品を探した</a:t>
            </a:r>
            <a:endParaRPr kumimoji="1" lang="en-US" altLang="ja-JP" sz="440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838120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F319B-B4DB-45DC-8E4A-014D09DBE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9573E015-5684-A946-9298-F7311418E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850" y="500063"/>
            <a:ext cx="10515600" cy="1100138"/>
          </a:xfrm>
        </p:spPr>
        <p:txBody>
          <a:bodyPr/>
          <a:lstStyle/>
          <a:p>
            <a:pPr algn="ctr"/>
            <a:br>
              <a:rPr lang="ja-JP" altLang="en-US" dirty="0"/>
            </a:br>
            <a:endParaRPr lang="ja-JP" altLang="en-US" dirty="0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29AEC79-27B9-F0E1-A3C6-A50A48D127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609600" y="-477116"/>
            <a:ext cx="12801600" cy="7486079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endParaRPr lang="en-US" altLang="ja-JP" dirty="0"/>
          </a:p>
          <a:p>
            <a:endParaRPr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　</a:t>
            </a:r>
            <a:r>
              <a:rPr lang="ja-JP" altLang="en-US" sz="3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</a:t>
            </a:r>
            <a:endParaRPr lang="en-US" altLang="ja-JP" sz="3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3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3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3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3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3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r>
              <a:rPr lang="ja-JP" altLang="en-US" sz="3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　　</a:t>
            </a:r>
            <a:endParaRPr lang="en-US" altLang="ja-JP" sz="3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r>
              <a:rPr lang="ja-JP" altLang="en-US" sz="3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　　　　　　　　　</a:t>
            </a:r>
            <a:endParaRPr lang="en-US" altLang="ja-JP" sz="3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r>
              <a:rPr lang="ja-JP" altLang="en-US" sz="3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　　　　　　　　　　　　　　</a:t>
            </a:r>
            <a:endParaRPr lang="en-US" altLang="ja-JP" sz="3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r>
              <a:rPr lang="en-US" altLang="ja-JP" sz="3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              </a:t>
            </a:r>
            <a:endParaRPr lang="ja-JP" altLang="en-US" sz="3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7B08E05B-C438-16B8-B32C-8993CA58EEB0}"/>
              </a:ext>
            </a:extLst>
          </p:cNvPr>
          <p:cNvSpPr/>
          <p:nvPr/>
        </p:nvSpPr>
        <p:spPr>
          <a:xfrm>
            <a:off x="1791566" y="500063"/>
            <a:ext cx="7681999" cy="1584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8800">
                <a:latin typeface="+mn-ea"/>
              </a:rPr>
              <a:t>　</a:t>
            </a:r>
            <a:r>
              <a:rPr lang="ja-JP" altLang="en-US" sz="8800">
                <a:latin typeface="+mn-ea"/>
              </a:rPr>
              <a:t>  </a:t>
            </a:r>
            <a:r>
              <a:rPr lang="en-US" altLang="ja-JP" sz="8800">
                <a:latin typeface="+mn-ea"/>
              </a:rPr>
              <a:t>flentity</a:t>
            </a:r>
            <a:endParaRPr kumimoji="1" lang="en-US" altLang="ja-JP" sz="8800">
              <a:latin typeface="+mn-ea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13071F70-CB0C-DCB1-4E22-82213ADEBDBC}"/>
              </a:ext>
            </a:extLst>
          </p:cNvPr>
          <p:cNvSpPr/>
          <p:nvPr/>
        </p:nvSpPr>
        <p:spPr>
          <a:xfrm>
            <a:off x="-108724" y="1903857"/>
            <a:ext cx="10924032" cy="10001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4800">
                <a:latin typeface="+mn-ea"/>
              </a:rPr>
              <a:t>     めまい</a:t>
            </a:r>
            <a:r>
              <a:rPr kumimoji="1" lang="en-US" altLang="ja-JP" sz="4800">
                <a:latin typeface="+mn-ea"/>
              </a:rPr>
              <a:t>(</a:t>
            </a:r>
            <a:r>
              <a:rPr kumimoji="1" lang="ja-JP" altLang="en-US" sz="4800">
                <a:latin typeface="+mn-ea"/>
              </a:rPr>
              <a:t>名詞）</a:t>
            </a:r>
            <a:endParaRPr kumimoji="1" lang="en-US" altLang="ja-JP" sz="4800">
              <a:latin typeface="+mn-ea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8E9727E8-475E-43B0-2E0E-1D6F07571AD7}"/>
              </a:ext>
            </a:extLst>
          </p:cNvPr>
          <p:cNvSpPr/>
          <p:nvPr/>
        </p:nvSpPr>
        <p:spPr>
          <a:xfrm>
            <a:off x="-512064" y="3265924"/>
            <a:ext cx="12627864" cy="10001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4800">
                <a:latin typeface="+mn-ea"/>
              </a:rPr>
              <a:t>His flentity caused the accident.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89F382E9-1E44-5B7D-369D-65F8D2AAA42A}"/>
              </a:ext>
            </a:extLst>
          </p:cNvPr>
          <p:cNvSpPr/>
          <p:nvPr/>
        </p:nvSpPr>
        <p:spPr>
          <a:xfrm>
            <a:off x="-289732" y="3917232"/>
            <a:ext cx="12028997" cy="12108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4400">
                <a:latin typeface="+mn-ea"/>
              </a:rPr>
              <a:t>彼のめまいが事故を引き起こした</a:t>
            </a:r>
            <a:endParaRPr kumimoji="1" lang="en-US" altLang="ja-JP" sz="440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734827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5F1BD-8AC6-EB5A-D1D0-995A5A925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B3BAF15D-C6F1-85A9-8617-3E5C23995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850" y="500063"/>
            <a:ext cx="10515600" cy="1100138"/>
          </a:xfrm>
        </p:spPr>
        <p:txBody>
          <a:bodyPr/>
          <a:lstStyle/>
          <a:p>
            <a:pPr algn="ctr"/>
            <a:br>
              <a:rPr lang="ja-JP" altLang="en-US" dirty="0"/>
            </a:br>
            <a:endParaRPr lang="ja-JP" altLang="en-US" dirty="0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2F68959-B676-5746-3284-1327AC9F6D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512064" y="-500064"/>
            <a:ext cx="12801600" cy="7486079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endParaRPr lang="en-US" altLang="ja-JP" dirty="0"/>
          </a:p>
          <a:p>
            <a:endParaRPr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　</a:t>
            </a:r>
            <a:r>
              <a:rPr lang="ja-JP" altLang="en-US" sz="3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</a:t>
            </a:r>
            <a:endParaRPr lang="en-US" altLang="ja-JP" sz="3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3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3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3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3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endParaRPr lang="en-US" altLang="ja-JP" sz="3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r>
              <a:rPr lang="ja-JP" altLang="en-US" sz="3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　　</a:t>
            </a:r>
            <a:endParaRPr lang="en-US" altLang="ja-JP" sz="3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r>
              <a:rPr lang="ja-JP" altLang="en-US" sz="3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　　　　　　　　　</a:t>
            </a:r>
            <a:endParaRPr lang="en-US" altLang="ja-JP" sz="3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r>
              <a:rPr lang="ja-JP" altLang="en-US" sz="3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　　　　　　　　　　　　　　</a:t>
            </a:r>
            <a:endParaRPr lang="en-US" altLang="ja-JP" sz="3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>
              <a:buNone/>
            </a:pPr>
            <a:r>
              <a:rPr lang="en-US" altLang="ja-JP" sz="3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              </a:t>
            </a:r>
            <a:endParaRPr lang="ja-JP" altLang="en-US" sz="3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20E60A0A-0677-2E8B-C9B4-D0142F0383FB}"/>
              </a:ext>
            </a:extLst>
          </p:cNvPr>
          <p:cNvSpPr/>
          <p:nvPr/>
        </p:nvSpPr>
        <p:spPr>
          <a:xfrm>
            <a:off x="456161" y="500063"/>
            <a:ext cx="10924032" cy="1584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8800">
                <a:latin typeface="+mn-ea"/>
              </a:rPr>
              <a:t>　　</a:t>
            </a:r>
            <a:r>
              <a:rPr lang="ja-JP" altLang="en-US" sz="8800">
                <a:latin typeface="+mn-ea"/>
              </a:rPr>
              <a:t>   </a:t>
            </a:r>
            <a:r>
              <a:rPr kumimoji="1" lang="en-US" altLang="ja-JP" sz="8800">
                <a:latin typeface="+mn-ea"/>
              </a:rPr>
              <a:t>soprotune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98F3A9B-ADE4-8141-D0BA-89B4776C9F8A}"/>
              </a:ext>
            </a:extLst>
          </p:cNvPr>
          <p:cNvSpPr/>
          <p:nvPr/>
        </p:nvSpPr>
        <p:spPr>
          <a:xfrm>
            <a:off x="262751" y="1856794"/>
            <a:ext cx="10924032" cy="10001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4800">
                <a:latin typeface="+mn-ea"/>
              </a:rPr>
              <a:t>   リズム</a:t>
            </a:r>
            <a:r>
              <a:rPr kumimoji="1" lang="en-US" altLang="ja-JP" sz="4800">
                <a:latin typeface="+mn-ea"/>
              </a:rPr>
              <a:t>(</a:t>
            </a:r>
            <a:r>
              <a:rPr kumimoji="1" lang="ja-JP" altLang="en-US" sz="4800">
                <a:latin typeface="+mn-ea"/>
              </a:rPr>
              <a:t>名詞）</a:t>
            </a:r>
            <a:endParaRPr kumimoji="1" lang="en-US" altLang="ja-JP" sz="4800">
              <a:latin typeface="+mn-ea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F2671F70-352D-C829-8A5F-CDD157281347}"/>
              </a:ext>
            </a:extLst>
          </p:cNvPr>
          <p:cNvSpPr/>
          <p:nvPr/>
        </p:nvSpPr>
        <p:spPr>
          <a:xfrm>
            <a:off x="456160" y="3085149"/>
            <a:ext cx="11735839" cy="9159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4800">
                <a:latin typeface="+mn-ea"/>
              </a:rPr>
              <a:t>The new song had a good soprotune.</a:t>
            </a:r>
            <a:endParaRPr kumimoji="1" lang="en-US" altLang="ja-JP" sz="4800">
              <a:latin typeface="+mn-ea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B2201066-2B0C-C645-CD59-0B1123B6FB48}"/>
              </a:ext>
            </a:extLst>
          </p:cNvPr>
          <p:cNvSpPr/>
          <p:nvPr/>
        </p:nvSpPr>
        <p:spPr>
          <a:xfrm>
            <a:off x="179312" y="3974592"/>
            <a:ext cx="11833375" cy="10266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4400">
                <a:latin typeface="+mn-ea"/>
              </a:rPr>
              <a:t>　その曲は良いリズムをしていた</a:t>
            </a:r>
            <a:endParaRPr kumimoji="1" lang="en-US" altLang="ja-JP" sz="440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4990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1053</TotalTime>
  <Words>457</Words>
  <Application>Microsoft Office PowerPoint</Application>
  <PresentationFormat>ワイド画面</PresentationFormat>
  <Paragraphs>255</Paragraphs>
  <Slides>15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15</vt:i4>
      </vt:variant>
    </vt:vector>
  </HeadingPairs>
  <TitlesOfParts>
    <vt:vector size="20" baseType="lpstr">
      <vt:lpstr>BIZ UDPゴシック</vt:lpstr>
      <vt:lpstr>游ゴシック</vt:lpstr>
      <vt:lpstr>游ゴシック Light</vt:lpstr>
      <vt:lpstr>Arial</vt:lpstr>
      <vt:lpstr>Office テーマ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智子 古荘</dc:creator>
  <cp:lastModifiedBy>智子 古荘</cp:lastModifiedBy>
  <cp:revision>7</cp:revision>
  <dcterms:created xsi:type="dcterms:W3CDTF">2026-02-11T11:19:24Z</dcterms:created>
  <dcterms:modified xsi:type="dcterms:W3CDTF">2026-02-14T01:50:13Z</dcterms:modified>
</cp:coreProperties>
</file>